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2865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测试——本次演示的核心主题，以下从背景、要点、应用和展望四个维度展开。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本次分享围绕「测试」展开，以下为结构化梳理。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目标：帮助听众快速理解测试的现状与下一步方向。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建议在正式演示时补充具体案例和数据支撑。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2865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测试：背景与现状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测试：核心要点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测试：应用与案例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测试：背景与现状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2865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测试的讨论背景：为什么现在需要关注这个方向。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当前阶段的核心特征：测试正处于从认知到实践的转化期。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建议补充行业数据或内部指标来量化当前状态。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需要回答的关键问题：测试的边界在哪里，优先级如何排列。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测试：核心要点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2865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要点一：测试的核心价值主张——解决什么问题、服务什么场景。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要点二：实现路径与关键依赖——需要哪些条件才能落地。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要点三：与现有方案的差异——测试相比替代方案的独特优势。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要点四：风险与约束——推进过程中需要注意的限制条件。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测试：应用与案例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2865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场景一：测试在日常工作流中的典型应用方式。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场景二：测试在关键决策环节的辅助作用。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场景三：测试在跨团队协作中的价值体现。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每个场景建议配合具体案例和效果数据来增强说服力。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A7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测试：总结与下一步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72865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核心结论：测试的价值已经明确，关键在于选择正确的切入点。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下一步行动：明确优先级、分配资源、设定验收标准。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建议设定明确的时间节点和里程碑。</a:t>
            </a:r>
            <a:endParaRPr lang="en-US" sz="15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期待反馈：哪些方向需要深入、哪些假设需要验证。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2026-05-17T11:12:58Z</dcterms:created>
  <dcterms:modified xsi:type="dcterms:W3CDTF">2026-05-17T11:12:58Z</dcterms:modified>
</cp:coreProperties>
</file>