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此页为截图嵌入，原始 HTML 可编辑版本见交付包。回退页：第 1 页。原因：页面嵌套布局较深，块级结构回写到 PPTX 风险高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Fallback Page 1" descr="Fallback preview for page 1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Value 为什么选择我们 从效率、灵活性到数据洞察，每个环节都经过打磨。 ✦ 快速上手，零门槛 ClawDesign 开箱即用，5 分钟完成配置，无需额外依赖。 ▣ 灵活扩展，按需组合 模块化架构支持自由组合，满足从轻量到复杂的多种场景。 → 数据驱动，持续优化 内置分析面板实时追踪关键指标，让每次迭代都有据可依。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 选择适合你的方案 不同阶段都能找到适合自己的入口。 基础版 满足核心需求，快速上手。 联系咨询 核心功能 标准支持 基础报表 了解详情 推荐 专业版 覆盖进阶场景，提升效率。 联系咨询 全部功能 优先支持 高级分析 立即咨询 企业版 定制化部署，专属服务。 联系咨询 定制集成 专属顾问 私有部署 联系咨询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Testimonials 他们已经在用 来自不同团队的一线反馈。 “接入 ClawDesign 后，团队更快对齐重点，上线节奏也更稳。” 技术负责人 AI 行业 “ClawDesign 让日常沟通和推进动作更集中，决策效率明显提高。” 运营负责人 AI 行业 “现在只看一页就能快速理解 ClawDesign 的核心价值和下一步动作。” 业务负责人 AI 行业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To Action 了解 ClawDesign ClawDesign 的核心亮点、适用场景和接入方式已经准备好。 体验ClawDesign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页面导航 首屏 卖点 CTA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91440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下一步 预约演示 获取方案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2026-04-23T10:33:20Z</dcterms:created>
  <dcterms:modified xsi:type="dcterms:W3CDTF">2026-04-23T10:33:20Z</dcterms:modified>
</cp:coreProperties>
</file>