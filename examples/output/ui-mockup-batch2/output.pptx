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后台管理系统页面，左侧导航栏、顶部搜索、中间数据卡片 设计一个后台管理系统的仪表盘页面，左侧导航栏、顶部搜索、中间数据卡片 今日 本周 本月 营收 — 日活用户 — 转化率 — 数据明细 指标 数值 — — — — — —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2026-04-23T10:33:24Z</dcterms:created>
  <dcterms:modified xsi:type="dcterms:W3CDTF">2026-04-23T10:33:24Z</dcterms:modified>
</cp:coreProperties>
</file>