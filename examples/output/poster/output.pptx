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技术大会，2026年5月15日，北京 核心信息 重点呈现：AI 技术大会，2026年5月15日，北京 时间 · 即将公布 地点 · 线上线下同步 名额 · 限量开放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2026-04-23T10:35:05Z</dcterms:created>
  <dcterms:modified xsi:type="dcterms:W3CDTF">2026-04-23T10:35:05Z</dcterms:modified>
</cp:coreProperties>
</file>