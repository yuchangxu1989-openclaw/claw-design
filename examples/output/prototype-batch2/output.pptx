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移动端登录页面 原型 移动端登录页面 原型 移动端登录页面，包含手机号输入、验证码、微信登录按钮 总览首页 详情视图 数据总览 功能概览 移动端登录页面，包含手机号输入、验证码、微信登录按钮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移动端登录页面 原型 总览首页 详情视图 数据总览 © 移动端登录页面 原型 2026 home 总览首页 总览首页聚焦移动端登录页面，支持跳转、状态切换和即时反馈。 查看详情 切换视图 总览首页 · 信息概览 把移动端登录页面拆成导航、推荐内容和行动入口，便于首屏验证。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总览首页 · 交互验证 通过模态框、标签切换和表单提交，把点击路径跑通。 定位到交互区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概要 详情 总览首页当前展示概要信息，适合首轮演示和快速过稿。 切换到详情视图后，可以展开更多流程说明和边界条件。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详情视图 详情视图聚焦移动端登录页面，支持跳转、状态切换和即时反馈。 查看详情 切换视图 详情视图 · 信息概览 围绕移动端登录页面补足上下文、状态切换和下一步动作。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详情视图 · 交互验证 通过模态框、标签切换和表单提交，把点击路径跑通。 定位到交互区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概要 详情 详情视图当前展示概要信息，适合首轮演示和快速过稿。 切换到详情视图后，可以展开更多流程说明和边界条件。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详情视图 · 数据展示 通过统计面板、表格和时间线展示结构化数据。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数据总览 数据总览聚焦移动端登录页面，支持跳转、状态切换和即时反馈。 查看详情 切换视图 数据总览 · 信息概览 通过指标、趋势和异常提示验证信息密度。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数据总览 · 交互验证 通过模态框、标签切换和表单提交，把点击路径跑通。 定位到交互区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概要 详情 数据总览当前展示概要信息，适合首轮演示和快速过稿。 切换到详情视图后，可以展开更多流程说明和边界条件。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数据总览 · 数据展示 通过统计面板、表格和时间线展示结构化数据。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2026-04-23T10:33:23Z</dcterms:created>
  <dcterms:modified xsi:type="dcterms:W3CDTF">2026-04-23T10:33:23Z</dcterms:modified>
</cp:coreProperties>
</file>