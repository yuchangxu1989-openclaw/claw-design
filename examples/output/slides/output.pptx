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91440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做一个 Q2 季度汇报 本次做一个 Q2 季度汇报涵盖以下核心内容：业绩概览、核心项目进展、下季度计划。 每个板块将从现状、关键数据和下一步行动三个维度展开。 重点关注可量化的成果和待解决的问题。 最终目标是对齐团队认知，明确后续优先级。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91440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业绩概览 业绩概览的整体进展符合预期，核心指标稳步推进。 关键成果：完成了阶段性目标，团队协作效率持续提升。 待改进：部分环节存在瓶颈，需要在下一阶段重点突破。 下一步：聚焦高优先级事项，确保资源投入与目标对齐。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91440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核心项目进展 核心项目进展的整体进展符合预期，核心指标稳步推进。 关键成果：完成了阶段性目标，团队协作效率持续提升。 待改进：部分环节存在瓶颈，需要在下一阶段重点突破。 下一步：聚焦高优先级事项，确保资源投入与目标对齐。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91440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下季度计划 下季度计划的整体进展符合预期，核心指标稳步推进。 关键成果：完成了阶段性目标，团队协作效率持续提升。 待改进：部分环节存在瓶颈，需要在下一阶段重点突破。 下一步：聚焦高优先级事项，确保资源投入与目标对齐。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91440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总结与展望 做一个 Q2 季度汇报整体进展顺利，3 个核心板块均有实质推进。 下一阶段将重点聚焦资源优化和效率提升。 建议团队保持当前节奏，同时关注风险预警。 期待在下一次汇报中看到更多可量化的成果。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2026-04-23T10:34:58Z</dcterms:created>
  <dcterms:modified xsi:type="dcterms:W3CDTF">2026-04-23T10:34:58Z</dcterms:modified>
</cp:coreProperties>
</file>