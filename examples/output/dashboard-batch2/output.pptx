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此页为截图嵌入，原始 HTML 可编辑版本见交付包。回退页：第 1 页。原因：页面嵌套布局较深，块级结构回写到 PPTX 风险高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llback Page 1" descr="Fallback preview for page 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2026-04-23T10:33:26Z</dcterms:created>
  <dcterms:modified xsi:type="dcterms:W3CDTF">2026-04-23T10:33:26Z</dcterms:modified>
</cp:coreProperties>
</file>