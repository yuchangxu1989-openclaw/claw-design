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91440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Flowchart 流程图 flowchart TD A[开始] --&gt; B{判断} B --&gt;|是| C[处理] B --&gt;|否| D[跳过] C --&gt; E[结束] D --&gt; E 画一个用户注册流程图：输入邮箱→发送验证码→验证→设置密码→创建账户→完成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2026-04-23T10:35:03Z</dcterms:created>
  <dcterms:modified xsi:type="dcterms:W3CDTF">2026-04-23T10:35:03Z</dcterms:modified>
</cp:coreProperties>
</file>