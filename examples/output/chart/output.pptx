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年各季度营收 单位：万 0 53 105 158 210 120 Q1 150 Q2 180 Q3 210 Q4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2026-04-23T10:34:59Z</dcterms:created>
  <dcterms:modified xsi:type="dcterms:W3CDTF">2026-04-23T10:34:59Z</dcterms:modified>
</cp:coreProperties>
</file>